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4888825" cy="178308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2D768B6-BAF9-406D-A906-5726D642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883" y="6736080"/>
            <a:ext cx="19911060" cy="257556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FA31EFE-88A6-459B-A816-15FB71A5C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3324" y="9806940"/>
            <a:ext cx="17422178" cy="1981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CBBFB54-7327-4E77-A352-29CD8550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883" y="7429500"/>
            <a:ext cx="19911060" cy="2971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5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77500AE-B09B-4B18-A216-36DDB143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996" y="1386840"/>
            <a:ext cx="22088832" cy="21793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3F9ED7-E4B0-42F5-80F7-479D3B742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9996" y="4953000"/>
            <a:ext cx="22088832" cy="110947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5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66665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1pPr>
            <a:lvl2pPr marL="1088886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2pPr>
            <a:lvl3pPr marL="171110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3pPr>
            <a:lvl4pPr marL="233332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4pPr>
            <a:lvl5pPr marL="2955548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5pPr>
            <a:lvl6pPr marL="357776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6pPr>
            <a:lvl7pPr marL="419998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7pPr>
            <a:lvl8pPr marL="482221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8pPr>
            <a:lvl9pPr marL="544443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A62B97A-07AA-45F8-8BBD-C765E756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996" y="1386840"/>
            <a:ext cx="22088832" cy="21793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B649D23-0ED8-424E-8625-1957D9EE4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9996" y="4953000"/>
            <a:ext cx="10266640" cy="110947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66665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1pPr>
            <a:lvl2pPr marL="1088886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2pPr>
            <a:lvl3pPr marL="171110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3pPr>
            <a:lvl4pPr marL="233332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4pPr>
            <a:lvl5pPr marL="2955548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5pPr>
            <a:lvl6pPr marL="357776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6pPr>
            <a:lvl7pPr marL="419998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7pPr>
            <a:lvl8pPr marL="482221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8pPr>
            <a:lvl9pPr marL="544443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F06C42E-A040-4B5E-9C29-692C5C995D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222188" y="4953000"/>
            <a:ext cx="10266640" cy="110947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2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66665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1pPr>
            <a:lvl2pPr marL="1088886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2pPr>
            <a:lvl3pPr marL="171110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3pPr>
            <a:lvl4pPr marL="233332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4pPr>
            <a:lvl5pPr marL="2955548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5pPr>
            <a:lvl6pPr marL="357776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6pPr>
            <a:lvl7pPr marL="419998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7pPr>
            <a:lvl8pPr marL="482221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8pPr>
            <a:lvl9pPr marL="544443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8500BF6-8965-4A3B-8D3B-15B255CE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996" y="1386840"/>
            <a:ext cx="22088832" cy="21793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3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7E63736-4F24-4C42-BC54-3B67E3CF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9996" y="4953000"/>
            <a:ext cx="10266640" cy="110947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5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66665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1pPr>
            <a:lvl2pPr marL="1088886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2pPr>
            <a:lvl3pPr marL="171110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3pPr>
            <a:lvl4pPr marL="2333327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4pPr>
            <a:lvl5pPr marL="2955548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5pPr>
            <a:lvl6pPr marL="357776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6pPr>
            <a:lvl7pPr marL="4199989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7pPr>
            <a:lvl8pPr marL="482221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8pPr>
            <a:lvl9pPr marL="5444430" indent="-466665">
              <a:lnSpc>
                <a:spcPct val="110000"/>
              </a:lnSpc>
              <a:spcBef>
                <a:spcPts val="0"/>
              </a:spcBef>
              <a:spcAft>
                <a:spcPts val="24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ert.name">
            <a:extLst>
              <a:ext uri="{FF2B5EF4-FFF2-40B4-BE49-F238E27FC236}">
                <a16:creationId xmlns:a16="http://schemas.microsoft.com/office/drawing/2014/main" id="{F882530E-0D69-4FDD-93AE-36F6FD37D7C8}"/>
              </a:ext>
            </a:extLst>
          </p:cNvPr>
          <p:cNvSpPr>
            <a:spLocks noGrp="1"/>
          </p:cNvSpPr>
          <p:nvPr/>
        </p:nvSpPr>
        <p:spPr>
          <a:xfrm>
            <a:off x="2333625" y="7667625"/>
            <a:ext cx="17145000" cy="10525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6375">
                <a:solidFill>
                  <a:srgbClr val="3C3C3C"/>
                </a:solidFill>
              </a:defRPr>
            </a:defPPr>
          </a:lstStyle>
          <a:p>
            <a:pPr algn="l">
              <a:defRPr sz="6375">
                <a:solidFill>
                  <a:srgbClr val="3C3C3C"/>
                </a:solidFill>
              </a:defRPr>
            </a:pPr>
            <a:r>
              <a:rPr sz="6375">
                <a:solidFill>
                  <a:srgbClr val="3C3C3C"/>
                </a:solidFill>
                <a:latin typeface="SimHei"/>
                <a:ea typeface="SimHei"/>
                <a:cs typeface="SimHei"/>
              </a:rPr>
              <a:t>{{name}}</a:t>
            </a:r>
          </a:p>
        </p:txBody>
      </p:sp>
      <p:sp>
        <p:nvSpPr>
          <p:cNvPr id="2" name="cert.course">
            <a:extLst>
              <a:ext uri="{FF2B5EF4-FFF2-40B4-BE49-F238E27FC236}">
                <a16:creationId xmlns:a16="http://schemas.microsoft.com/office/drawing/2014/main" id="{852196F0-0CCB-46AD-A2EE-B44EC0E7A33F}"/>
              </a:ext>
            </a:extLst>
          </p:cNvPr>
          <p:cNvSpPr>
            <a:spLocks noGrp="1"/>
          </p:cNvSpPr>
          <p:nvPr/>
        </p:nvSpPr>
        <p:spPr>
          <a:xfrm>
            <a:off x="2333625" y="8763000"/>
            <a:ext cx="20002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750">
                <a:solidFill>
                  <a:srgbClr val="5F605F"/>
                </a:solidFill>
              </a:defRPr>
            </a:defPPr>
          </a:lstStyle>
          <a:p>
            <a:pPr algn="l">
              <a:defRPr sz="3750">
                <a:solidFill>
                  <a:srgbClr val="5F605F"/>
                </a:solidFill>
              </a:defRPr>
            </a:pPr>
            <a:r>
              <a:rPr sz="3750">
                <a:solidFill>
                  <a:srgbClr val="5F605F"/>
                </a:solidFill>
                <a:latin typeface="SimHei"/>
                <a:ea typeface="SimHei"/>
                <a:cs typeface="SimHei"/>
              </a:rPr>
              <a:t>{{course}}</a:t>
            </a:r>
          </a:p>
        </p:txBody>
      </p:sp>
      <p:sp>
        <p:nvSpPr>
          <p:cNvPr id="3" name="cert.role">
            <a:extLst>
              <a:ext uri="{FF2B5EF4-FFF2-40B4-BE49-F238E27FC236}">
                <a16:creationId xmlns:a16="http://schemas.microsoft.com/office/drawing/2014/main" id="{89436DAE-B2D5-4072-AF5C-93A5F4D8CFB3}"/>
              </a:ext>
            </a:extLst>
          </p:cNvPr>
          <p:cNvSpPr>
            <a:spLocks noGrp="1"/>
          </p:cNvSpPr>
          <p:nvPr/>
        </p:nvSpPr>
        <p:spPr>
          <a:xfrm>
            <a:off x="2333625" y="9429750"/>
            <a:ext cx="17145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750">
                <a:solidFill>
                  <a:srgbClr val="5F605F"/>
                </a:solidFill>
              </a:defRPr>
            </a:defPPr>
          </a:lstStyle>
          <a:p>
            <a:pPr algn="l">
              <a:defRPr sz="3750">
                <a:solidFill>
                  <a:srgbClr val="5F605F"/>
                </a:solidFill>
              </a:defRPr>
            </a:pPr>
            <a:r>
              <a:rPr sz="3750">
                <a:solidFill>
                  <a:srgbClr val="5F605F"/>
                </a:solidFill>
                <a:latin typeface="SimHei"/>
                <a:ea typeface="SimHei"/>
                <a:cs typeface="SimHei"/>
              </a:rPr>
              <a:t>{{role}}</a:t>
            </a:r>
          </a:p>
        </p:txBody>
      </p:sp>
      <p:sp>
        <p:nvSpPr>
          <p:cNvPr id="4" name="cert.date">
            <a:extLst>
              <a:ext uri="{FF2B5EF4-FFF2-40B4-BE49-F238E27FC236}">
                <a16:creationId xmlns:a16="http://schemas.microsoft.com/office/drawing/2014/main" id="{3C8303D8-B87E-443C-932C-A6EA97BA4120}"/>
              </a:ext>
            </a:extLst>
          </p:cNvPr>
          <p:cNvSpPr>
            <a:spLocks noGrp="1"/>
          </p:cNvSpPr>
          <p:nvPr/>
        </p:nvSpPr>
        <p:spPr>
          <a:xfrm>
            <a:off x="2333625" y="13382625"/>
            <a:ext cx="14287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500">
                <a:solidFill>
                  <a:srgbClr val="3C3C3C"/>
                </a:solidFill>
              </a:defRPr>
            </a:defPPr>
          </a:lstStyle>
          <a:p>
            <a:pPr algn="l">
              <a:defRPr sz="4500">
                <a:solidFill>
                  <a:srgbClr val="3C3C3C"/>
                </a:solidFill>
              </a:defRPr>
            </a:pPr>
            <a:r>
              <a:rPr sz="4500">
                <a:solidFill>
                  <a:srgbClr val="3C3C3C"/>
                </a:solidFill>
                <a:latin typeface="SimHei"/>
                <a:ea typeface="SimHei"/>
                <a:cs typeface="SimHei"/>
              </a:rPr>
              <a:t>{{date}}</a:t>
            </a:r>
          </a:p>
        </p:txBody>
      </p:sp>
      <p:sp>
        <p:nvSpPr>
          <p:cNvPr id="5" name="cert.number">
            <a:extLst>
              <a:ext uri="{FF2B5EF4-FFF2-40B4-BE49-F238E27FC236}">
                <a16:creationId xmlns:a16="http://schemas.microsoft.com/office/drawing/2014/main" id="{9F5369C7-8C03-4F70-84A7-59A4D1E71F54}"/>
              </a:ext>
            </a:extLst>
          </p:cNvPr>
          <p:cNvSpPr>
            <a:spLocks noGrp="1"/>
          </p:cNvSpPr>
          <p:nvPr/>
        </p:nvSpPr>
        <p:spPr>
          <a:xfrm>
            <a:off x="2333625" y="14992350"/>
            <a:ext cx="171450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500">
                <a:solidFill>
                  <a:srgbClr val="3C3C3C"/>
                </a:solidFill>
              </a:defRPr>
            </a:defPPr>
          </a:lstStyle>
          <a:p>
            <a:pPr algn="l">
              <a:defRPr sz="4500">
                <a:solidFill>
                  <a:srgbClr val="3C3C3C"/>
                </a:solidFill>
              </a:defRPr>
            </a:pPr>
            <a:r>
              <a:rPr sz="4500">
                <a:solidFill>
                  <a:srgbClr val="3C3C3C"/>
                </a:solidFill>
                <a:latin typeface="SimHei"/>
                <a:ea typeface="SimHei"/>
                <a:cs typeface="SimHei"/>
              </a:rPr>
              <a:t>{{number}}</a:t>
            </a:r>
          </a:p>
        </p:txBody>
      </p:sp>
    </p:spTree>
    <p:extLst>
      <p:ext uri="{BB962C8B-B14F-4D97-AF65-F5344CB8AC3E}">
        <p14:creationId xmlns:p14="http://schemas.microsoft.com/office/powerpoint/2010/main" val="10245973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DocSecurity>0</DocSecurity>
  <PresentationFormat>自定义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SimHei</vt:lpstr>
      <vt:lpstr>Aptos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晨曲 邱</cp:lastModifiedBy>
  <cp:revision>1</cp:revision>
  <dcterms:created xsi:type="dcterms:W3CDTF">2026-10-08T09:27:42Z</dcterms:created>
  <dcterms:modified xsi:type="dcterms:W3CDTF">2026-10-08T09:28:51Z</dcterms:modified>
</cp:coreProperties>
</file>